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F4B7-5483-269C-F235-601FED155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LIBRARY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F35C9-A135-396F-8FD0-447E11F66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GULSHAN RAJDEV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6551F-2D4C-A9E0-EF11-4468B585EBD7}"/>
              </a:ext>
            </a:extLst>
          </p:cNvPr>
          <p:cNvSpPr txBox="1"/>
          <p:nvPr/>
        </p:nvSpPr>
        <p:spPr>
          <a:xfrm>
            <a:off x="1465006" y="1435510"/>
            <a:ext cx="1001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PRINCIPLE OF PROGRAMMING PROJECT (PPL) ECS : 553</a:t>
            </a:r>
          </a:p>
        </p:txBody>
      </p:sp>
    </p:spTree>
    <p:extLst>
      <p:ext uri="{BB962C8B-B14F-4D97-AF65-F5344CB8AC3E}">
        <p14:creationId xmlns:p14="http://schemas.microsoft.com/office/powerpoint/2010/main" val="341319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B9209F-792B-E189-3253-EFFF62E1F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1014796"/>
            <a:ext cx="8091949" cy="5737244"/>
          </a:xfrm>
          <a:prstGeom prst="rect">
            <a:avLst/>
          </a:prstGeom>
          <a:ln>
            <a:solidFill>
              <a:schemeClr val="accent2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71F21-AD21-B4C9-ABB8-9E047AEF0A2B}"/>
              </a:ext>
            </a:extLst>
          </p:cNvPr>
          <p:cNvSpPr txBox="1"/>
          <p:nvPr/>
        </p:nvSpPr>
        <p:spPr>
          <a:xfrm>
            <a:off x="2684205" y="1120877"/>
            <a:ext cx="471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VISUAL REPRESENTATION OF MY PROJECT</a:t>
            </a:r>
          </a:p>
        </p:txBody>
      </p:sp>
    </p:spTree>
    <p:extLst>
      <p:ext uri="{BB962C8B-B14F-4D97-AF65-F5344CB8AC3E}">
        <p14:creationId xmlns:p14="http://schemas.microsoft.com/office/powerpoint/2010/main" val="99785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01F2-FDC2-EDFE-FDDF-6E7D02FA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534" y="828564"/>
            <a:ext cx="10065991" cy="1275540"/>
          </a:xfrm>
        </p:spPr>
        <p:txBody>
          <a:bodyPr/>
          <a:lstStyle/>
          <a:p>
            <a:r>
              <a:rPr lang="en-IN" dirty="0"/>
              <a:t>TECHNOLOGIES USED IN THIS LMS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5A38A-5272-09C7-9290-92E8D232E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428569"/>
            <a:ext cx="10351126" cy="2597072"/>
          </a:xfrm>
        </p:spPr>
        <p:txBody>
          <a:bodyPr>
            <a:normAutofit/>
          </a:bodyPr>
          <a:lstStyle/>
          <a:p>
            <a:r>
              <a:rPr lang="en-IN" dirty="0"/>
              <a:t>JAVAFX</a:t>
            </a:r>
          </a:p>
          <a:p>
            <a:r>
              <a:rPr lang="en-IN" dirty="0"/>
              <a:t>XML</a:t>
            </a:r>
          </a:p>
          <a:p>
            <a:r>
              <a:rPr lang="en-IN" dirty="0"/>
              <a:t>JAVA APPLICATION API’S</a:t>
            </a:r>
          </a:p>
          <a:p>
            <a:r>
              <a:rPr lang="en-IN" dirty="0"/>
              <a:t>SQL</a:t>
            </a:r>
          </a:p>
          <a:p>
            <a:r>
              <a:rPr lang="en-IN" dirty="0"/>
              <a:t>ide</a:t>
            </a:r>
          </a:p>
        </p:txBody>
      </p:sp>
    </p:spTree>
    <p:extLst>
      <p:ext uri="{BB962C8B-B14F-4D97-AF65-F5344CB8AC3E}">
        <p14:creationId xmlns:p14="http://schemas.microsoft.com/office/powerpoint/2010/main" val="216678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096E-8008-981E-6AB2-9EEE3DF1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168" y="828563"/>
            <a:ext cx="9751358" cy="1747489"/>
          </a:xfrm>
        </p:spPr>
        <p:txBody>
          <a:bodyPr/>
          <a:lstStyle/>
          <a:p>
            <a:r>
              <a:rPr lang="en-IN" dirty="0"/>
              <a:t>FEATURES OF JAVAFX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AA55D-2326-7F9E-84FE-3AD454164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474" y="2576052"/>
            <a:ext cx="10339052" cy="2449589"/>
          </a:xfrm>
        </p:spPr>
        <p:txBody>
          <a:bodyPr/>
          <a:lstStyle/>
          <a:p>
            <a:r>
              <a:rPr lang="en-IN" dirty="0"/>
              <a:t>HIGHLY INTERACTIVE </a:t>
            </a:r>
          </a:p>
          <a:p>
            <a:r>
              <a:rPr lang="en-IN" dirty="0"/>
              <a:t>PROPER WORKING </a:t>
            </a:r>
          </a:p>
          <a:p>
            <a:r>
              <a:rPr lang="en-IN" dirty="0"/>
              <a:t>2-TIER ARCHITECTURE</a:t>
            </a:r>
          </a:p>
          <a:p>
            <a:r>
              <a:rPr lang="en-IN" dirty="0"/>
              <a:t>ATTRACTIVE  VISUALS</a:t>
            </a:r>
          </a:p>
          <a:p>
            <a:r>
              <a:rPr lang="en-IN" dirty="0"/>
              <a:t>EVENT HANDLING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80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5926-7402-842A-8481-83A0893E8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742" y="1300786"/>
            <a:ext cx="7816645" cy="1186776"/>
          </a:xfrm>
        </p:spPr>
        <p:txBody>
          <a:bodyPr/>
          <a:lstStyle/>
          <a:p>
            <a:r>
              <a:rPr lang="en-IN" dirty="0"/>
              <a:t>LAYOUT PANES USED ARE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CC3B1-DAF0-F3F0-EC9B-5F9AEB963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613" y="2487562"/>
            <a:ext cx="8425375" cy="277023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STACKPANE</a:t>
            </a:r>
          </a:p>
          <a:p>
            <a:r>
              <a:rPr lang="en-IN" dirty="0"/>
              <a:t>GRIDPANE</a:t>
            </a:r>
          </a:p>
          <a:p>
            <a:r>
              <a:rPr lang="en-IN" dirty="0"/>
              <a:t>PANE</a:t>
            </a:r>
          </a:p>
          <a:p>
            <a:r>
              <a:rPr lang="en-IN" dirty="0"/>
              <a:t>HBOX </a:t>
            </a:r>
          </a:p>
          <a:p>
            <a:r>
              <a:rPr lang="en-IN" dirty="0"/>
              <a:t>VBOX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56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9B60-0028-4293-98B8-D86184A6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CONNECTIVITY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30F74-9302-4123-73D3-24ECE4AD1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5" y="2673752"/>
            <a:ext cx="5014790" cy="1298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102E59-FAB3-13C6-6BE7-60957B813543}"/>
              </a:ext>
            </a:extLst>
          </p:cNvPr>
          <p:cNvSpPr txBox="1"/>
          <p:nvPr/>
        </p:nvSpPr>
        <p:spPr>
          <a:xfrm>
            <a:off x="1006999" y="2195474"/>
            <a:ext cx="283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BOOK DETAILS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8E4A0-5A89-22F7-832B-EBEE1222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27" y="4832189"/>
            <a:ext cx="9030378" cy="1298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3636D-E2E7-080E-8B57-5099D5AD9159}"/>
              </a:ext>
            </a:extLst>
          </p:cNvPr>
          <p:cNvSpPr txBox="1"/>
          <p:nvPr/>
        </p:nvSpPr>
        <p:spPr>
          <a:xfrm>
            <a:off x="3715473" y="4467828"/>
            <a:ext cx="337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ISSUAL-RETURN TABLE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A0E3BD-A8B9-E957-B72A-15D986959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871" y="2707306"/>
            <a:ext cx="6555128" cy="1424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8AEF70-B960-C2F0-A5B6-358E5879DCD6}"/>
              </a:ext>
            </a:extLst>
          </p:cNvPr>
          <p:cNvSpPr txBox="1"/>
          <p:nvPr/>
        </p:nvSpPr>
        <p:spPr>
          <a:xfrm>
            <a:off x="7468903" y="2390172"/>
            <a:ext cx="283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STUDENT_DETAILS</a:t>
            </a:r>
          </a:p>
        </p:txBody>
      </p:sp>
    </p:spTree>
    <p:extLst>
      <p:ext uri="{BB962C8B-B14F-4D97-AF65-F5344CB8AC3E}">
        <p14:creationId xmlns:p14="http://schemas.microsoft.com/office/powerpoint/2010/main" val="183841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B552-C727-B002-93A4-C9EBB5E0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for quick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CC512-1C6D-9D5C-D33C-CE650CDBA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481" y="2235795"/>
            <a:ext cx="3298976" cy="576262"/>
          </a:xfrm>
        </p:spPr>
        <p:txBody>
          <a:bodyPr/>
          <a:lstStyle/>
          <a:p>
            <a:r>
              <a:rPr lang="en-IN" dirty="0"/>
              <a:t>MAIN 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D8056-9D96-5EF5-7F0F-03DA4D29E0A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36505" y="2943354"/>
            <a:ext cx="3298976" cy="2847845"/>
          </a:xfrm>
        </p:spPr>
        <p:txBody>
          <a:bodyPr/>
          <a:lstStyle/>
          <a:p>
            <a:r>
              <a:rPr lang="en-IN" dirty="0"/>
              <a:t>This provides features of </a:t>
            </a:r>
            <a:r>
              <a:rPr lang="en-IN" dirty="0" err="1"/>
              <a:t>Libraraian</a:t>
            </a:r>
            <a:r>
              <a:rPr lang="en-IN" dirty="0"/>
              <a:t> Login , student login and close features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A60FC-7E13-EF25-F2F1-9F479DFC3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349" y="2197402"/>
            <a:ext cx="3298975" cy="576262"/>
          </a:xfrm>
        </p:spPr>
        <p:txBody>
          <a:bodyPr/>
          <a:lstStyle/>
          <a:p>
            <a:r>
              <a:rPr lang="en-IN" dirty="0"/>
              <a:t>LIBRARIAN DASHBOARD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7A523-8E3E-E7D9-999B-F5230739E3A3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5723" y="2858947"/>
            <a:ext cx="3298976" cy="2932253"/>
          </a:xfrm>
        </p:spPr>
        <p:txBody>
          <a:bodyPr/>
          <a:lstStyle/>
          <a:p>
            <a:r>
              <a:rPr lang="en-IN" dirty="0"/>
              <a:t>This includes add student , book ,view book , issue book ,renew book and manage any updates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72907B-D6E9-5994-A9E1-1F2BD0636E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9252" y="2206048"/>
            <a:ext cx="3304928" cy="576262"/>
          </a:xfrm>
        </p:spPr>
        <p:txBody>
          <a:bodyPr/>
          <a:lstStyle/>
          <a:p>
            <a:r>
              <a:rPr lang="en-IN" dirty="0"/>
              <a:t>STUDENT DASHBOARD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7F3EC6-DFBD-B189-6998-09235C1E185D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IN" dirty="0"/>
              <a:t>Issue book , renew book , return book and view all books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7AA2F-94FA-D3D7-8836-EF57CBE2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419" y="3692490"/>
            <a:ext cx="4132581" cy="1901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07EFAA-7045-2F7A-3E13-CC6F041A1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2210"/>
            <a:ext cx="3710795" cy="1901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435BDC-213A-1E59-88D0-997EAD752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394" y="3782211"/>
            <a:ext cx="3809218" cy="19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46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5471-F866-DBAA-AA10-52A85E269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570" y="1300786"/>
            <a:ext cx="8415418" cy="875256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85D0E-819E-76EA-A8DB-29E8ECF75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813" y="2176042"/>
            <a:ext cx="9075175" cy="3588150"/>
          </a:xfrm>
        </p:spPr>
        <p:txBody>
          <a:bodyPr/>
          <a:lstStyle/>
          <a:p>
            <a:r>
              <a:rPr lang="en-IN" dirty="0"/>
              <a:t>Future development to make </a:t>
            </a:r>
            <a:r>
              <a:rPr lang="en-IN" dirty="0" err="1"/>
              <a:t>ux</a:t>
            </a:r>
            <a:r>
              <a:rPr lang="en-IN" dirty="0"/>
              <a:t> more interactive </a:t>
            </a:r>
          </a:p>
          <a:p>
            <a:r>
              <a:rPr lang="en-IN" dirty="0"/>
              <a:t>Inclusion of ai in the system</a:t>
            </a:r>
          </a:p>
          <a:p>
            <a:r>
              <a:rPr lang="en-IN" dirty="0"/>
              <a:t>Development of fast and rapid tech to save student’s time</a:t>
            </a:r>
          </a:p>
          <a:p>
            <a:r>
              <a:rPr lang="en-IN" dirty="0" err="1"/>
              <a:t>Qr</a:t>
            </a:r>
            <a:r>
              <a:rPr lang="en-IN" dirty="0"/>
              <a:t> code for login and logout </a:t>
            </a:r>
          </a:p>
        </p:txBody>
      </p:sp>
    </p:spTree>
    <p:extLst>
      <p:ext uri="{BB962C8B-B14F-4D97-AF65-F5344CB8AC3E}">
        <p14:creationId xmlns:p14="http://schemas.microsoft.com/office/powerpoint/2010/main" val="31474643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63</TotalTime>
  <Words>151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Droplet</vt:lpstr>
      <vt:lpstr>LIBRARY MANAGEMENT SYSTEM</vt:lpstr>
      <vt:lpstr>PowerPoint Presentation</vt:lpstr>
      <vt:lpstr>TECHNOLOGIES USED IN THIS LMS :</vt:lpstr>
      <vt:lpstr>FEATURES OF JAVAFX :</vt:lpstr>
      <vt:lpstr>LAYOUT PANES USED ARE :</vt:lpstr>
      <vt:lpstr>DATABASE CONNECTIVITY</vt:lpstr>
      <vt:lpstr>Dashboard for quick stats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gulshan rajdev</dc:creator>
  <cp:lastModifiedBy>gulshan rajdev</cp:lastModifiedBy>
  <cp:revision>1</cp:revision>
  <dcterms:created xsi:type="dcterms:W3CDTF">2025-11-24T19:12:46Z</dcterms:created>
  <dcterms:modified xsi:type="dcterms:W3CDTF">2025-11-24T20:16:28Z</dcterms:modified>
</cp:coreProperties>
</file>